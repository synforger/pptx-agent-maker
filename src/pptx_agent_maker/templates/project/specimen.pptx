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189540"/>
            <a:ext cx="11328000" cy="441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eiryo"/>
              </a:rPr>
              <a:t>案件名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3631500"/>
            <a:ext cx="11328000" cy="108000"/>
          </a:xfrm>
          <a:prstGeom prst="rect">
            <a:avLst/>
          </a:prstGeom>
          <a:solidFill>
            <a:srgbClr val="1F5F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955500"/>
            <a:ext cx="11328000" cy="29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Meiryo"/>
              </a:rPr>
              <a:t>第 N 回 進捗報告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ck">
      <a:dk1>
        <a:srgbClr val="1A1A1A"/>
      </a:dk1>
      <a:lt1>
        <a:srgbClr val="FFFFFF"/>
      </a:lt1>
      <a:dk2>
        <a:srgbClr val="6B6B6B"/>
      </a:dk2>
      <a:lt2>
        <a:srgbClr val="EAF0F8"/>
      </a:lt2>
      <a:accent1>
        <a:srgbClr val="1F5FA9"/>
      </a:accent1>
      <a:accent2>
        <a:srgbClr val="1F5FA9"/>
      </a:accent2>
      <a:accent3>
        <a:srgbClr val="B3261E"/>
      </a:accent3>
      <a:accent4>
        <a:srgbClr val="D9D9D9"/>
      </a:accent4>
      <a:accent5>
        <a:srgbClr val="FFF4E5"/>
      </a:accent5>
      <a:accent6>
        <a:srgbClr val="6B6B6B"/>
      </a:accent6>
      <a:hlink>
        <a:srgbClr val="1F5FA9"/>
      </a:hlink>
      <a:folHlink>
        <a:srgbClr val="6B6B6B"/>
      </a:folHlink>
    </a:clrScheme>
    <a:fontScheme name="Office">
      <a:majorFont>
        <a:latin typeface="Meiryo"/>
        <a:ea typeface="Meiryo"/>
        <a:cs typeface=""/>
        <a:font script="Jpan" typeface="Meiryo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eiryo"/>
        <a:ea typeface="Meiryo"/>
        <a:cs typeface=""/>
        <a:font script="Jpan" typeface="Meiryo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